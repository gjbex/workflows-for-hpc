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40" r:id="rId95"/>
    <p:sldId id="441" r:id="rId9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767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658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415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27884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9367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361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162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2478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32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10/19/2026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10/19/2026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10/19/2026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itleaks/gitleaks" TargetMode="External"/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bit.ly/2qh9kGK" TargetMode="External"/><Relationship Id="rId4" Type="http://schemas.openxmlformats.org/officeDocument/2006/relationships/hyperlink" Target="http://atools.readthedocs.io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339A627C-6E7D-236C-C668-84A3EA702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(0–6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093761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|  cut  -f 1  -d ';')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|  cut  -f 1  -d ';')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1851397" y="4291061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794898"/>
            <a:ext cx="1162690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CLUSTER: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wice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3238731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  <a:p>
            <a:pPr lvl="1"/>
            <a:r>
              <a:rPr lang="en-US" dirty="0"/>
              <a:t>Data is on HPC system, but not best file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2085462"/>
            <a:chOff x="7704794" y="5153031"/>
            <a:chExt cx="4618880" cy="20854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585743" cy="15696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br>
                <a:rPr lang="en-US" sz="2400" dirty="0"/>
              </a:br>
              <a:br>
                <a:rPr lang="en-US" sz="2400" dirty="0"/>
              </a:br>
              <a:r>
                <a:rPr lang="en-US" sz="2400" dirty="0"/>
                <a:t>Use Gitleaks as pre-commit hook</a:t>
              </a:r>
              <a:br>
                <a:rPr lang="en-US" sz="2400" dirty="0"/>
              </a:br>
              <a:r>
                <a:rPr lang="en-US" sz="2400" dirty="0"/>
                <a:t>and/or CI/CD action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</a:p>
          <a:p>
            <a:r>
              <a:rPr lang="en-US" sz="3000" dirty="0"/>
              <a:t>Gitleaks</a:t>
            </a:r>
            <a:br>
              <a:rPr lang="en-US" sz="2000" dirty="0"/>
            </a:br>
            <a:r>
              <a:rPr lang="en-US" sz="2000" dirty="0">
                <a:hlinkClick r:id="rId8"/>
              </a:rPr>
              <a:t>https://github.com/gitleaks/gitleaks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530211"/>
            <a:chOff x="-511628" y="3238731"/>
            <a:chExt cx="11050571" cy="453021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5243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parsable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\       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cut -f 1 -d ';'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  <a:p>
              <a:pPr>
                <a:defRPr/>
              </a:pP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--cluster=$SLURM_CLUSTER_NAME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3810000" y="5892463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min(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,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)</a:t>
            </a: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en-US" noProof="0" dirty="0">
                <a:solidFill>
                  <a:srgbClr val="46545C"/>
                </a:solidFill>
                <a:cs typeface="Courier New" panose="02070309020205020404" pitchFamily="49" charset="0"/>
              </a:rPr>
              <a:t>User limit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2882212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incomplete data (failed work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work items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4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5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${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${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313240-BD14-D7B7-64C2-B061E2F43B41}"/>
              </a:ext>
            </a:extLst>
          </p:cNvPr>
          <p:cNvSpPr/>
          <p:nvPr/>
        </p:nvSpPr>
        <p:spPr>
          <a:xfrm>
            <a:off x="2035630" y="13062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1B5959B-0EA1-B8B4-936A-F20A5982A62E}"/>
              </a:ext>
            </a:extLst>
          </p:cNvPr>
          <p:cNvSpPr/>
          <p:nvPr/>
        </p:nvSpPr>
        <p:spPr>
          <a:xfrm>
            <a:off x="2035630" y="31350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A8CAC8-F845-E069-1CEF-F57AB45378ED}"/>
              </a:ext>
            </a:extLst>
          </p:cNvPr>
          <p:cNvSpPr/>
          <p:nvPr/>
        </p:nvSpPr>
        <p:spPr>
          <a:xfrm>
            <a:off x="5246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B99E235-B318-BE2F-A85D-719F2DBF3B13}"/>
              </a:ext>
            </a:extLst>
          </p:cNvPr>
          <p:cNvSpPr/>
          <p:nvPr/>
        </p:nvSpPr>
        <p:spPr>
          <a:xfrm>
            <a:off x="8675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DDFEBEF-EB36-5307-C5BC-8EE7453DD2F5}"/>
              </a:ext>
            </a:extLst>
          </p:cNvPr>
          <p:cNvSpPr/>
          <p:nvPr/>
        </p:nvSpPr>
        <p:spPr>
          <a:xfrm>
            <a:off x="7204779" y="241627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BAB0590-2C8A-5579-FCD3-4C484AED9336}"/>
              </a:ext>
            </a:extLst>
          </p:cNvPr>
          <p:cNvSpPr/>
          <p:nvPr/>
        </p:nvSpPr>
        <p:spPr>
          <a:xfrm rot="1221803">
            <a:off x="3884636" y="186280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85BD336-BB34-3679-205A-CFA69DC47236}"/>
              </a:ext>
            </a:extLst>
          </p:cNvPr>
          <p:cNvSpPr/>
          <p:nvPr/>
        </p:nvSpPr>
        <p:spPr>
          <a:xfrm rot="20378197" flipV="1">
            <a:off x="3884637" y="304458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2" y="2449191"/>
            <a:ext cx="9415692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9332265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9" y="5894685"/>
            <a:ext cx="9337568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conda_environment_name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distr_experiment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RDBMS, </a:t>
            </a:r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arrays/</a:t>
            </a:r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5438</Words>
  <Application>Microsoft Office PowerPoint</Application>
  <PresentationFormat>Widescreen</PresentationFormat>
  <Paragraphs>1174</Paragraphs>
  <Slides>95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2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104</cp:revision>
  <dcterms:created xsi:type="dcterms:W3CDTF">2025-01-17T10:10:41Z</dcterms:created>
  <dcterms:modified xsi:type="dcterms:W3CDTF">2026-10-19T12:49:30Z</dcterms:modified>
</cp:coreProperties>
</file>